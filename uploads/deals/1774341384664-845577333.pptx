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8" r:id="rId6"/>
    <p:sldId id="260" r:id="rId7"/>
    <p:sldId id="267" r:id="rId8"/>
    <p:sldId id="261" r:id="rId9"/>
    <p:sldId id="262" r:id="rId10"/>
    <p:sldId id="269" r:id="rId11"/>
    <p:sldId id="270" r:id="rId12"/>
    <p:sldId id="264" r:id="rId13"/>
    <p:sldId id="266" r:id="rId14"/>
    <p:sldId id="265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C96B8F-A321-4092-8606-AFFAD57DC3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3CB8C-DEDE-4930-8D48-F619573540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B7D5-B972-4773-9E20-1AA07CDCEB35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DB0F4-F84F-4DAE-89F7-199F249F99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MESMT - 2026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24BAF-E110-4DE2-92C3-9B31228D50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10396-FA15-41EA-AF47-4EF92496C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84713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8F591-F02C-4BCC-A0DD-8E58874AE07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MESMT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817F7-2687-4C77-B182-74D02664F0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MESMT - 2026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817F7-2687-4C77-B182-74D02664F0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78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9DDA115-7FB6-44F7-8193-982EE8EA5C26}" type="datetime1">
              <a:rPr lang="en-US" smtClean="0"/>
              <a:t>3/22/2026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CE81E61-FBB2-4DFD-A475-BB3553040080}" type="datetime1">
              <a:rPr lang="en-US" smtClean="0"/>
              <a:t>3/22/2026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7E97A34-89A5-4B5B-9BB1-C820CD8D0D8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0C68-4016-4D75-95C1-E2923B39604A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0F99D-E4A6-409D-8FE6-C1D7F8559BE8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D21ADCF-BE59-4E56-9D80-1993C30E543D}" type="datetime1">
              <a:rPr lang="en-US" smtClean="0"/>
              <a:t>3/22/2026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44D2-0587-4D8D-AB3E-B7499FC60F14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BDE70C5-422B-4FA7-B5E5-ECBB0ECF9B63}" type="datetime1">
              <a:rPr lang="en-US" smtClean="0"/>
              <a:t>3/22/2026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B81889B-533E-4CD0-958A-BEF8B0AA5BC6}" type="datetime1">
              <a:rPr lang="en-US" smtClean="0"/>
              <a:t>3/22/2026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D301-84B9-475B-AC22-F371A76670B0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A74FE-D4B1-409D-9470-E9F0D3ECA4FB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AA3-B891-429B-AEBF-E7F0E58E9241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A062C3A-7B93-4FB1-957F-C335586CC9E7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9E496F6-57F5-4C24-8C24-DB8D899526D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jpeg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08920"/>
            <a:ext cx="7467600" cy="1143000"/>
          </a:xfrm>
        </p:spPr>
        <p:txBody>
          <a:bodyPr/>
          <a:lstStyle/>
          <a:p>
            <a:pPr algn="ctr"/>
            <a:r>
              <a:rPr lang="en-GB" dirty="0"/>
              <a:t>Drone-based thermal imaging for forest fire detection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"/>
          </p:nvPr>
        </p:nvSpPr>
        <p:spPr>
          <a:xfrm>
            <a:off x="457200" y="4221088"/>
            <a:ext cx="7467600" cy="20341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Authors: Suriya P B</a:t>
            </a:r>
          </a:p>
          <a:p>
            <a:pPr marL="0" indent="0">
              <a:buNone/>
            </a:pPr>
            <a:r>
              <a:rPr lang="en-US" dirty="0"/>
              <a:t>                   Mohamed Arsal A</a:t>
            </a:r>
          </a:p>
          <a:p>
            <a:pPr marL="0" indent="0">
              <a:buNone/>
            </a:pPr>
            <a:r>
              <a:rPr lang="en-US" dirty="0"/>
              <a:t>                   Sharan S</a:t>
            </a:r>
          </a:p>
          <a:p>
            <a:r>
              <a:rPr lang="en-GB" dirty="0"/>
              <a:t>Supervisor: </a:t>
            </a:r>
            <a:r>
              <a:rPr lang="en-GB" dirty="0" err="1">
                <a:solidFill>
                  <a:srgbClr val="FF0000"/>
                </a:solidFill>
              </a:rPr>
              <a:t>Ms.M.Mathumitha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Institute: </a:t>
            </a:r>
            <a:r>
              <a:rPr lang="en-US" dirty="0" err="1"/>
              <a:t>M.A.M.College</a:t>
            </a:r>
            <a:r>
              <a:rPr lang="en-US" dirty="0"/>
              <a:t> of engineering and technology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14348" y="714356"/>
            <a:ext cx="7467600" cy="1922556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GB" sz="2800" b="1" dirty="0">
                <a:solidFill>
                  <a:srgbClr val="FF0000"/>
                </a:solidFill>
              </a:rPr>
              <a:t>International Conference </a:t>
            </a:r>
            <a:r>
              <a:rPr lang="en-GB" sz="2800" b="1" dirty="0">
                <a:solidFill>
                  <a:schemeClr val="accent2">
                    <a:lumMod val="50000"/>
                  </a:schemeClr>
                </a:solidFill>
              </a:rPr>
              <a:t>on </a:t>
            </a:r>
          </a:p>
          <a:p>
            <a:pPr lvl="0" algn="ctr">
              <a:spcBef>
                <a:spcPct val="0"/>
              </a:spcBef>
            </a:pPr>
            <a:r>
              <a:rPr lang="en-GB" sz="2800" b="1" dirty="0">
                <a:solidFill>
                  <a:schemeClr val="accent2">
                    <a:lumMod val="50000"/>
                  </a:schemeClr>
                </a:solidFill>
              </a:rPr>
              <a:t>Modern Trends in Engineering, Science, Management, and Technology (MESMT-2026</a:t>
            </a:r>
            <a:r>
              <a:rPr lang="en-GB" sz="28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kumimoji="0" lang="en-US" sz="2800" b="0" i="0" u="none" strike="noStrike" kern="1200" cap="small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C:\Users\admin\Downloads\TDMN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5272" y="214290"/>
            <a:ext cx="918283" cy="928694"/>
          </a:xfrm>
          <a:prstGeom prst="rect">
            <a:avLst/>
          </a:prstGeom>
          <a:noFill/>
        </p:spPr>
      </p:pic>
      <p:pic>
        <p:nvPicPr>
          <p:cNvPr id="1027" name="Picture 3" descr="C:\Users\admin\Downloads\xir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0"/>
            <a:ext cx="1214446" cy="1190922"/>
          </a:xfrm>
          <a:prstGeom prst="rect">
            <a:avLst/>
          </a:prstGeom>
          <a:noFill/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/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 &amp; Objectives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Proposed Methodology</a:t>
            </a:r>
          </a:p>
          <a:p>
            <a:r>
              <a:rPr lang="en-US" dirty="0"/>
              <a:t>Experimental Setup / Implementation</a:t>
            </a:r>
          </a:p>
          <a:p>
            <a:r>
              <a:rPr lang="en-US" dirty="0"/>
              <a:t>Results &amp; Discussion</a:t>
            </a:r>
          </a:p>
          <a:p>
            <a:r>
              <a:rPr lang="en-US" dirty="0"/>
              <a:t>Conclusion &amp; Future Scope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It’s core domain of drone-based thermal imaging for forest fire detection lies at the intersection of Remote Sensing, Computer Vision.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It is a specialized field designed to overcome the limitations of satellite monitoring and ground fields. It mainly used in Operational Environment &amp; Constraints.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985" y="-55916"/>
            <a:ext cx="7467600" cy="1143000"/>
          </a:xfrm>
        </p:spPr>
        <p:txBody>
          <a:bodyPr>
            <a:normAutofit/>
          </a:bodyPr>
          <a:lstStyle/>
          <a:p>
            <a:r>
              <a:rPr lang="en-US"/>
              <a:t>Problem Statement &amp;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985" y="1468664"/>
            <a:ext cx="7467600" cy="4873752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Problem Statement: </a:t>
            </a:r>
          </a:p>
          <a:p>
            <a:pPr marL="0" indent="0">
              <a:buNone/>
            </a:pPr>
            <a:r>
              <a:rPr lang="en-GB" dirty="0"/>
              <a:t>Current forest fire monitoring systems rely heavily on satellite imagery and fixed ground-based watchtowers, both of which possess critical operational gaps.</a:t>
            </a:r>
          </a:p>
          <a:p>
            <a:pPr marL="0" indent="0">
              <a:buNone/>
            </a:pPr>
            <a:r>
              <a:rPr lang="en-GB" dirty="0"/>
              <a:t> Satellites suffer from low temporal resolution and signal attenuation caused by cloud cover or heavy smoke, while ground towers are limited by topographical blind spots and line-of-sight obstructions.</a:t>
            </a:r>
          </a:p>
          <a:p>
            <a:endParaRPr lang="en-GB" b="1" dirty="0"/>
          </a:p>
          <a:p>
            <a:r>
              <a:rPr lang="en-GB" b="1" dirty="0"/>
              <a:t>Objectives:</a:t>
            </a:r>
          </a:p>
          <a:p>
            <a:pPr lvl="1"/>
            <a:r>
              <a:rPr lang="en-GB" dirty="0"/>
              <a:t>To develop: develop an integrated hardware-software payload for a Vertical Take-Off and Landing (VTOL) drone, incorporating a radiometric thermal sensor and an </a:t>
            </a:r>
            <a:r>
              <a:rPr lang="en-GB" dirty="0" err="1"/>
              <a:t>onboard</a:t>
            </a:r>
            <a:r>
              <a:rPr lang="en-GB" dirty="0"/>
              <a:t> edge-AI processor.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0331A-D6C2-FCE7-2D71-A859CE203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986" y="860298"/>
            <a:ext cx="7467600" cy="4873752"/>
          </a:xfrm>
        </p:spPr>
        <p:txBody>
          <a:bodyPr/>
          <a:lstStyle/>
          <a:p>
            <a:r>
              <a:rPr lang="en-GB" dirty="0"/>
              <a:t>To </a:t>
            </a:r>
            <a:r>
              <a:rPr lang="en-GB" dirty="0" err="1"/>
              <a:t>analyze</a:t>
            </a:r>
            <a:r>
              <a:rPr lang="en-GB" dirty="0"/>
              <a:t>: the spectral signatures of various forest materials (dry timber, peat, green foliage) under thermal imaging to establish a robust temperature-threshold algorithm that minimizes false-positive detections.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To evaluate: the efficiency of multi-spectral image fusion (overlaying thermal heat maps onto RGB visual feeds) in improving the situational awareness and coordinate accuracy for ground-based firefighting teams.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6E201-06DA-2466-CD44-66E82673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38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Author A-</a:t>
            </a:r>
            <a:r>
              <a:rPr lang="en-GB" dirty="0" err="1"/>
              <a:t>Yandouzi</a:t>
            </a:r>
            <a:r>
              <a:rPr lang="en-GB" dirty="0"/>
              <a:t> et al. (2025) </a:t>
            </a:r>
          </a:p>
          <a:p>
            <a:pPr marL="0" indent="0">
              <a:buNone/>
            </a:pPr>
            <a:r>
              <a:rPr lang="en-GB" dirty="0"/>
              <a:t>   Method: Implemented a Deep Learning-based semantic segmentation approach using Mask R-CNN.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Author B-Shi et al. (2025)</a:t>
            </a:r>
          </a:p>
          <a:p>
            <a:pPr marL="0" indent="0">
              <a:buNone/>
            </a:pPr>
            <a:r>
              <a:rPr lang="en-GB" dirty="0"/>
              <a:t>   Method: Developed a Thermal Transformer Network (TTN) based on the Vision Transformer (</a:t>
            </a:r>
            <a:r>
              <a:rPr lang="en-GB" dirty="0" err="1"/>
              <a:t>ViT</a:t>
            </a:r>
            <a:r>
              <a:rPr lang="en-GB" dirty="0"/>
              <a:t>) architecture to identify fire patterns in the FLAME 3 UAV dataset.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F3B7-35B3-E182-6F22-73EFBCDCE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86" y="0"/>
            <a:ext cx="7467600" cy="1143000"/>
          </a:xfrm>
        </p:spPr>
        <p:txBody>
          <a:bodyPr/>
          <a:lstStyle/>
          <a:p>
            <a:r>
              <a:rPr lang="en-GB" dirty="0"/>
              <a:t>Block Diagram: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CFC9E-4B6B-2D61-5750-9E2C0A312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0A905-8E9C-02C3-2934-95DE753C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218EC-D000-1AA0-EDA8-7659BD8E3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86" y="1178305"/>
            <a:ext cx="7467600" cy="553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7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0902"/>
            <a:ext cx="7467600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Data collection : it’s an drone’s way of “seeing” the forest by using special cameras to pick up heat signals and normal pictures.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Processing: The drone’s </a:t>
            </a:r>
            <a:r>
              <a:rPr lang="en-GB" dirty="0" err="1"/>
              <a:t>onboard</a:t>
            </a:r>
            <a:r>
              <a:rPr lang="en-GB" dirty="0"/>
              <a:t> computer </a:t>
            </a:r>
            <a:r>
              <a:rPr lang="en-GB" dirty="0" err="1"/>
              <a:t>analyzes</a:t>
            </a:r>
            <a:r>
              <a:rPr lang="en-GB" dirty="0"/>
              <a:t> the thermal images in real-time to tell the difference between a real fire and “fake” heat.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Final output: The drone immediately sends a high-priority alert to the ground team showing the exact GPS coordinates of the fire on a map.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Experimental </a:t>
            </a:r>
            <a:r>
              <a:rPr lang="en-US" dirty="0" err="1"/>
              <a:t>Setu</a:t>
            </a:r>
            <a:r>
              <a:rPr lang="en-GB" dirty="0"/>
              <a:t>p: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Hardware utilized: Thermal Sensor- FLIR Boson 640-Radiometric,4K RGB for multi-spectral image fusion attached with Drone and its controller.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Software/Tools utilized: DJI Pilot or </a:t>
            </a:r>
            <a:r>
              <a:rPr lang="en-GB" dirty="0" err="1"/>
              <a:t>QGroundControl</a:t>
            </a:r>
            <a:r>
              <a:rPr lang="en-GB" dirty="0"/>
              <a:t> for autonomous waypoint navigation and mission planning.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Datasets or simulation parameters: Utilization of the FLAME (Fire Luminosity Airborne Masked Colour Dataset) and FLAME 2, which contain thousands of annotated thermal and RGB drone frames of forest fires.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38D7CDE-2D0D-EFFA-6A48-B46050C05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Hardware used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50E0B2-E712-C7FF-DC1C-774328CB5EA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32430"/>
            <a:ext cx="8079014" cy="44228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15D5-ECB7-3AF2-8206-42F01E9894C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32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9D31-A91F-75E0-74CD-22CA298F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 : Software screenshot 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FB22B9-A6D7-B9FD-3F98-F3DB222C080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2" y="1591129"/>
            <a:ext cx="2808705" cy="48736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161CF-A29D-4FE6-CEBF-E0C47C9574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18370-CF3E-3647-ADA8-4DB50C96D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154" y="1562429"/>
            <a:ext cx="2131840" cy="4873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14D33E-0782-1B1C-5BDB-4E2B248CA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741" y="1562428"/>
            <a:ext cx="2367329" cy="488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73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&amp; 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Conclusion:</a:t>
            </a:r>
          </a:p>
          <a:p>
            <a:pPr marL="0" indent="0">
              <a:buNone/>
            </a:pPr>
            <a:r>
              <a:rPr lang="en-GB" dirty="0"/>
              <a:t>   Enhanced Operational Safety in The system significantly reduces the “Response Latency” of firefighting teams by providing an immediate, accurate aerial heat map, which minimizes the risk to human life.</a:t>
            </a:r>
          </a:p>
          <a:p>
            <a:r>
              <a:rPr lang="en-GB" dirty="0"/>
              <a:t>Future Scope:</a:t>
            </a:r>
          </a:p>
          <a:p>
            <a:pPr marL="0" indent="0">
              <a:buNone/>
            </a:pPr>
            <a:r>
              <a:rPr lang="en-GB" dirty="0"/>
              <a:t>This work can be extended by deploying a Swarm of Drones that communicate with each other via decentralized mesh networks, and Advanced Predictive AI and Hyper-Spectral Imaging.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68070"/>
            <a:ext cx="7467600" cy="4305881"/>
          </a:xfrm>
        </p:spPr>
        <p:txBody>
          <a:bodyPr>
            <a:normAutofit/>
          </a:bodyPr>
          <a:lstStyle/>
          <a:p>
            <a:pPr algn="just"/>
            <a:r>
              <a:rPr lang="en-GB" sz="1500" dirty="0" err="1">
                <a:solidFill>
                  <a:srgbClr val="222222"/>
                </a:solidFill>
                <a:latin typeface="Arial" panose="020B0604020202020204" pitchFamily="34" charset="0"/>
              </a:rPr>
              <a:t>Alkhatib</a:t>
            </a:r>
            <a:r>
              <a:rPr lang="en-GB" sz="1500" dirty="0">
                <a:solidFill>
                  <a:srgbClr val="222222"/>
                </a:solidFill>
                <a:latin typeface="Arial" panose="020B0604020202020204" pitchFamily="34" charset="0"/>
              </a:rPr>
              <a:t>, A. A., Mohammad </a:t>
            </a:r>
            <a:r>
              <a:rPr lang="en-GB" sz="1500" dirty="0" err="1">
                <a:solidFill>
                  <a:srgbClr val="222222"/>
                </a:solidFill>
                <a:latin typeface="Arial" panose="020B0604020202020204" pitchFamily="34" charset="0"/>
              </a:rPr>
              <a:t>Jaber</a:t>
            </a:r>
            <a:r>
              <a:rPr lang="en-GB" sz="1500" dirty="0">
                <a:solidFill>
                  <a:srgbClr val="222222"/>
                </a:solidFill>
                <a:latin typeface="Arial" panose="020B0604020202020204" pitchFamily="34" charset="0"/>
              </a:rPr>
              <a:t>, K., &amp; Al-</a:t>
            </a:r>
            <a:r>
              <a:rPr lang="en-GB" sz="1500" dirty="0" err="1">
                <a:solidFill>
                  <a:srgbClr val="222222"/>
                </a:solidFill>
                <a:latin typeface="Arial" panose="020B0604020202020204" pitchFamily="34" charset="0"/>
              </a:rPr>
              <a:t>Madi</a:t>
            </a:r>
            <a:r>
              <a:rPr lang="en-GB" sz="1500" dirty="0">
                <a:solidFill>
                  <a:srgbClr val="222222"/>
                </a:solidFill>
                <a:latin typeface="Arial" panose="020B0604020202020204" pitchFamily="34" charset="0"/>
              </a:rPr>
              <a:t>, M. (2024). A proposed automatic forest fire extinguishing and prevention system using drones. 2024 IEEE International Humanitarian Technologies Conference (IHTC), 1–6.</a:t>
            </a:r>
          </a:p>
          <a:p>
            <a:pPr algn="just"/>
            <a:r>
              <a:rPr lang="en-GB" sz="1500" dirty="0" err="1"/>
              <a:t>Lelis</a:t>
            </a:r>
            <a:r>
              <a:rPr lang="en-GB" sz="1500" dirty="0"/>
              <a:t>, C. A. S., </a:t>
            </a:r>
            <a:r>
              <a:rPr lang="en-GB" sz="1500" dirty="0" err="1"/>
              <a:t>Roncal</a:t>
            </a:r>
            <a:r>
              <a:rPr lang="en-GB" sz="1500" dirty="0"/>
              <a:t>, J. J., </a:t>
            </a:r>
            <a:r>
              <a:rPr lang="en-GB" sz="1500" dirty="0" err="1"/>
              <a:t>Silveira</a:t>
            </a:r>
            <a:r>
              <a:rPr lang="en-GB" sz="1500" dirty="0"/>
              <a:t>, L., De Aquino, R. D. G., </a:t>
            </a:r>
            <a:r>
              <a:rPr lang="en-GB" sz="1500" dirty="0" err="1"/>
              <a:t>Marcondes</a:t>
            </a:r>
            <a:r>
              <a:rPr lang="en-GB" sz="1500" dirty="0"/>
              <a:t>, C. A. C., Marques, J., </a:t>
            </a:r>
            <a:r>
              <a:rPr lang="en-GB" sz="1500" dirty="0" err="1"/>
              <a:t>Loubach</a:t>
            </a:r>
            <a:r>
              <a:rPr lang="en-GB" sz="1500" dirty="0"/>
              <a:t>, D. S., </a:t>
            </a:r>
            <a:r>
              <a:rPr lang="en-GB" sz="1500" dirty="0" err="1"/>
              <a:t>Verri</a:t>
            </a:r>
            <a:r>
              <a:rPr lang="en-GB" sz="1500" dirty="0"/>
              <a:t>, F. A. N., Curtis, V. V., &amp; De Souza, D. G. (2024). Drone-based AI system for wildfire monitoring and risk prediction. IEEE Access, 12, 139865–139882.</a:t>
            </a:r>
          </a:p>
          <a:p>
            <a:pPr algn="just"/>
            <a:r>
              <a:rPr lang="en-GB" sz="1500" dirty="0" err="1"/>
              <a:t>Yandouzi</a:t>
            </a:r>
            <a:r>
              <a:rPr lang="en-GB" sz="1500" dirty="0"/>
              <a:t>, M., </a:t>
            </a:r>
            <a:r>
              <a:rPr lang="en-GB" sz="1500" dirty="0" err="1"/>
              <a:t>Berrahal</a:t>
            </a:r>
            <a:r>
              <a:rPr lang="en-GB" sz="1500" dirty="0"/>
              <a:t>, M., </a:t>
            </a:r>
            <a:r>
              <a:rPr lang="en-GB" sz="1500" dirty="0" err="1"/>
              <a:t>Grari</a:t>
            </a:r>
            <a:r>
              <a:rPr lang="en-GB" sz="1500" dirty="0"/>
              <a:t>, M., </a:t>
            </a:r>
            <a:r>
              <a:rPr lang="en-GB" sz="1500" dirty="0" err="1"/>
              <a:t>Boukabous</a:t>
            </a:r>
            <a:r>
              <a:rPr lang="en-GB" sz="1500" dirty="0"/>
              <a:t>, M., Moussaoui, O., </a:t>
            </a:r>
            <a:r>
              <a:rPr lang="en-GB" sz="1500" dirty="0" err="1"/>
              <a:t>Azizi</a:t>
            </a:r>
            <a:r>
              <a:rPr lang="en-GB" sz="1500" dirty="0"/>
              <a:t>, M., </a:t>
            </a:r>
            <a:r>
              <a:rPr lang="en-GB" sz="1500" dirty="0" err="1"/>
              <a:t>Ghoumid</a:t>
            </a:r>
            <a:r>
              <a:rPr lang="en-GB" sz="1500" dirty="0"/>
              <a:t>, K., &amp; </a:t>
            </a:r>
            <a:r>
              <a:rPr lang="en-GB" sz="1500" dirty="0" err="1"/>
              <a:t>Kerkour</a:t>
            </a:r>
            <a:r>
              <a:rPr lang="en-GB" sz="1500" dirty="0"/>
              <a:t> </a:t>
            </a:r>
            <a:r>
              <a:rPr lang="en-GB" sz="1500" dirty="0" err="1"/>
              <a:t>Elmiad</a:t>
            </a:r>
            <a:r>
              <a:rPr lang="en-GB" sz="1500" dirty="0"/>
              <a:t>, A. (2024). Semantic segmentation and thermal imaging for forest fires detection and monitoring by drones. Bulletin of Electrical Engineering and Informatics, 13(4), 2784–2796.</a:t>
            </a:r>
            <a:endParaRPr lang="en-US" sz="15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89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&amp;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Thank you for your attention!</a:t>
            </a:r>
          </a:p>
          <a:p>
            <a:endParaRPr lang="en-GB" dirty="0"/>
          </a:p>
          <a:p>
            <a:r>
              <a:rPr lang="en-GB" dirty="0"/>
              <a:t>Queries?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661F30-F2CA-B883-BD63-54D55205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781"/>
            <a:ext cx="7467600" cy="1143000"/>
          </a:xfrm>
        </p:spPr>
        <p:txBody>
          <a:bodyPr/>
          <a:lstStyle/>
          <a:p>
            <a:r>
              <a:rPr lang="en-GB" dirty="0"/>
              <a:t>Thank you for this wonderful opportunity.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9E496F6-57F5-4C24-8C24-DB8D899526D2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35</TotalTime>
  <Words>384</Words>
  <Application>Microsoft Office PowerPoint</Application>
  <PresentationFormat>On-screen Show (4:3)</PresentationFormat>
  <Paragraphs>74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Oriel</vt:lpstr>
      <vt:lpstr>Drone-based thermal imaging for forest fire detection</vt:lpstr>
      <vt:lpstr>Outline / Agenda</vt:lpstr>
      <vt:lpstr>Introduction:</vt:lpstr>
      <vt:lpstr>Problem Statement &amp; Objectives</vt:lpstr>
      <vt:lpstr>PowerPoint Presentation</vt:lpstr>
      <vt:lpstr>Literature Review</vt:lpstr>
      <vt:lpstr>Block Diagram:</vt:lpstr>
      <vt:lpstr>Proposed Methodology</vt:lpstr>
      <vt:lpstr>Experimental Setup:</vt:lpstr>
      <vt:lpstr>Hardware used</vt:lpstr>
      <vt:lpstr>Result : Software screenshot </vt:lpstr>
      <vt:lpstr>Conclusion &amp; Future Scope</vt:lpstr>
      <vt:lpstr>References</vt:lpstr>
      <vt:lpstr>Questions &amp; Discussion</vt:lpstr>
      <vt:lpstr>Thank you for this wonderful opportunity.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Your Research Paper Title Here]</dc:title>
  <dc:creator>admin</dc:creator>
  <cp:lastModifiedBy>mohamed arsal</cp:lastModifiedBy>
  <cp:revision>16</cp:revision>
  <dcterms:created xsi:type="dcterms:W3CDTF">2026-03-17T05:59:08Z</dcterms:created>
  <dcterms:modified xsi:type="dcterms:W3CDTF">2026-03-22T01:13:22Z</dcterms:modified>
</cp:coreProperties>
</file>